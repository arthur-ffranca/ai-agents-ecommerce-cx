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60" r:id="rId4"/>
    <p:sldId id="263" r:id="rId5"/>
    <p:sldId id="262" r:id="rId6"/>
    <p:sldId id="261" r:id="rId7"/>
  </p:sldIdLst>
  <p:sldSz cx="10693400" cy="7556500"/>
  <p:notesSz cx="7556500" cy="10693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12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608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9690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5308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8467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461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93EA9818-31BA-0298-19CD-50B8D5753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72959"/>
            <a:ext cx="10693400" cy="60105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7CBE2EDD-3FB6-4B7E-1BC0-6D8D82518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72959"/>
            <a:ext cx="10693400" cy="60105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336" y="0"/>
            <a:ext cx="10690727" cy="7556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998F3BA-547C-E14D-7F5D-00BD938E9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47" y="0"/>
            <a:ext cx="10257782" cy="6804329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5B4E6FAD-4BA5-3B04-A0BC-C90E1C8ECE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371" y="801770"/>
            <a:ext cx="9242294" cy="66827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92379CB-0C0C-1BA2-C7CC-740F09C1B4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1413"/>
            <a:ext cx="10693400" cy="6334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394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701491B6-321E-9FAB-B6C2-26DD6F5F25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1455"/>
            <a:ext cx="10693400" cy="7213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238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336" y="0"/>
            <a:ext cx="10690727" cy="7556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3FAAE99-074E-7C8F-2E22-BAD9274F4C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1605"/>
            <a:ext cx="10693400" cy="7093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912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6</Words>
  <Application>Microsoft Office PowerPoint</Application>
  <PresentationFormat>Personalizar</PresentationFormat>
  <Paragraphs>6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Arthur Fermino Franca</cp:lastModifiedBy>
  <cp:revision>3</cp:revision>
  <dcterms:created xsi:type="dcterms:W3CDTF">2026-06-28T05:15:27Z</dcterms:created>
  <dcterms:modified xsi:type="dcterms:W3CDTF">2026-06-28T15:41:53Z</dcterms:modified>
</cp:coreProperties>
</file>